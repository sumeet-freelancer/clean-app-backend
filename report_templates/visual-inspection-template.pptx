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0"/>
  </p:notesMasterIdLst>
  <p:handoutMasterIdLst>
    <p:handoutMasterId r:id="rId11"/>
  </p:handoutMasterIdLst>
  <p:sldIdLst>
    <p:sldId id="257" r:id="rId3"/>
    <p:sldId id="256" r:id="rId4"/>
    <p:sldId id="258" r:id="rId5"/>
    <p:sldId id="266" r:id="rId6"/>
    <p:sldId id="264" r:id="rId7"/>
    <p:sldId id="265" r:id="rId8"/>
    <p:sldId id="263" r:id="rId9"/>
  </p:sldIdLst>
  <p:sldSz cx="6858000" cy="12192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7BE12ED6-515C-E445-9609-9F6261F1D09A}">
          <p14:sldIdLst>
            <p14:sldId id="257"/>
            <p14:sldId id="256"/>
            <p14:sldId id="258"/>
            <p14:sldId id="266"/>
            <p14:sldId id="264"/>
            <p14:sldId id="265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 snapToObjects="1">
      <p:cViewPr varScale="1">
        <p:scale>
          <a:sx n="63" d="100"/>
          <a:sy n="63" d="100"/>
        </p:scale>
        <p:origin x="5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6" d="100"/>
          <a:sy n="86" d="100"/>
        </p:scale>
        <p:origin x="3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D28B1BD8-E5BF-6E47-A104-855321FC76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F035D70-7C7B-4247-8D2A-7E57EF99EE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5FA13-5181-2046-9C61-78C920733CD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1E1AB7C-BD73-2442-9860-276A6EA018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19314A-7BBC-E846-949D-FFE52D391A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501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0777B-20CC-9249-9DBB-2018BBF1E4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9888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6F20F-EEE9-E345-8DBF-64AF859B0F33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2876D-4C5A-7C46-9AB2-0D9B8537A8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280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報告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0202" y="9007675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4" name="図プレースホルダー 13">
            <a:extLst>
              <a:ext uri="{FF2B5EF4-FFF2-40B4-BE49-F238E27FC236}">
                <a16:creationId xmlns:a16="http://schemas.microsoft.com/office/drawing/2014/main" id="{EF15462B-C02A-8843-9BDF-1D202BCDAA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2062" y="3079928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5" name="図プレースホルダー 13">
            <a:extLst>
              <a:ext uri="{FF2B5EF4-FFF2-40B4-BE49-F238E27FC236}">
                <a16:creationId xmlns:a16="http://schemas.microsoft.com/office/drawing/2014/main" id="{8C93BC6B-57D3-C34A-9ED8-D674633E4C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3890" y="3079928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1" name="図プレースホルダー 13">
            <a:extLst>
              <a:ext uri="{FF2B5EF4-FFF2-40B4-BE49-F238E27FC236}">
                <a16:creationId xmlns:a16="http://schemas.microsoft.com/office/drawing/2014/main" id="{4E371E14-95B2-0F44-9B04-2B7329DF49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3891" y="4900115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2" name="図プレースホルダー 13">
            <a:extLst>
              <a:ext uri="{FF2B5EF4-FFF2-40B4-BE49-F238E27FC236}">
                <a16:creationId xmlns:a16="http://schemas.microsoft.com/office/drawing/2014/main" id="{18A857D3-54B2-E24B-ACFD-DC3FAD8DC7A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2063" y="4880175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3" name="図プレースホルダー 13">
            <a:extLst>
              <a:ext uri="{FF2B5EF4-FFF2-40B4-BE49-F238E27FC236}">
                <a16:creationId xmlns:a16="http://schemas.microsoft.com/office/drawing/2014/main" id="{843474AA-B093-034F-8E82-0B2980C682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22063" y="6715325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4" name="図プレースホルダー 13">
            <a:extLst>
              <a:ext uri="{FF2B5EF4-FFF2-40B4-BE49-F238E27FC236}">
                <a16:creationId xmlns:a16="http://schemas.microsoft.com/office/drawing/2014/main" id="{B17E17D6-E4FE-2D4E-AA69-1100494DACC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3892" y="6715325"/>
            <a:ext cx="2722563" cy="15303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69F3276-5525-804F-B695-33299D592091}"/>
              </a:ext>
            </a:extLst>
          </p:cNvPr>
          <p:cNvSpPr txBox="1"/>
          <p:nvPr userDrawn="1"/>
        </p:nvSpPr>
        <p:spPr>
          <a:xfrm>
            <a:off x="2206487" y="1649896"/>
            <a:ext cx="2325756" cy="38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489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59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864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59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536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540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152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7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675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775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8EBA0-9565-F741-ADF2-59F5B9F1CB78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088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02BF59-898A-B047-8507-E6EB934DA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488"/>
            <a:ext cx="5143500" cy="42449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5F3AF6D-39BA-ED42-AC1E-AB36E74B0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975"/>
            <a:ext cx="5143500" cy="29432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2F14FD-5515-5143-BF3B-53DD8129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6A0B58-7AF2-874F-B48B-F979046A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CF2FBA-DB21-D04B-BF21-798240EE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626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BD7273-83EA-B047-87B6-C6AD68530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5A5A94-1D49-AE47-8DB0-BEDCC5F54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56AAA4-4895-5049-B724-5012B92F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306130-3B5C-F74C-8F7D-D09F3E11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F1F849-8F76-C64E-AB44-DCD3E9E4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5669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31528F-D593-CA4C-BD7B-6DDE970D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3040063"/>
            <a:ext cx="5915025" cy="5070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028A27-206C-C144-835F-F2A0E9221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8159750"/>
            <a:ext cx="5915025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7C6275-2DD8-B743-9E72-9D7FDE5E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B68D22-2C7B-B147-8E9D-254DDD306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E096D3-8686-D54D-BAEB-38C52FD5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935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6EA298-9633-4D41-9D72-65B400E1E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22DC08-EC83-5344-83BB-72737779D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4850"/>
            <a:ext cx="2881312" cy="77358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04B795-11D9-9643-9309-E97A4C8AC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05200" y="3244850"/>
            <a:ext cx="2881313" cy="77358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683C1D-0070-084B-B9E6-94D03262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D96098-415A-A945-A4EF-D0DE674E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E452C-DA29-8E42-AAAA-A1F9C392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625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8FE586-2EBE-834E-BCF1-5A08FD01F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49288"/>
            <a:ext cx="5915025" cy="235585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0BC4D9-1BAF-0E45-8D91-7D794A45D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075" y="2989263"/>
            <a:ext cx="2900363" cy="14636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F18AE9-AA55-B247-9627-085921D6B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075" y="4452938"/>
            <a:ext cx="2900363" cy="6551612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C03FCC-9F48-7A40-9D79-131429098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9263"/>
            <a:ext cx="2916237" cy="14636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BFD479E-0ED7-F248-90E6-E8075B7C0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2938"/>
            <a:ext cx="2916237" cy="6551612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DDB87F-7D62-DD41-81E7-797472BAF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59AE99D-E766-4741-B4A1-14777898D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66BBFC3-7EF9-A545-89FB-AB628590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6558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AC1B40-EEB9-1C4C-A35B-979B1DB14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748518D-94B0-2545-963E-6232BD7F5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2A07490-D9B1-5542-A2FB-3D6908A6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C20295-1BDF-C748-8283-C79E429DD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28413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7499CC1-95B7-6749-8F66-469C0C33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9DF2C0E-0B60-E744-8F29-EB0FE55E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98A783-7069-CD46-B559-9B98BC64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83307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F7DF54-5A8F-6349-9A5F-CEE5FECB2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812800"/>
            <a:ext cx="2211388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88DA85-D9D3-C447-BB45-0367A2BC3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755775"/>
            <a:ext cx="3471862" cy="8664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33BA98-0EA3-CD4D-ACB2-1053B098D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3657600"/>
            <a:ext cx="2211388" cy="6775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6CBFF5-3F4F-624F-8202-DB9027473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99AA1B-C5DE-DE4D-9294-969560CC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93F8C4-B115-564D-AF30-FE04C03D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8907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FE9B35-999D-734E-B2E7-7DEA812E2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812800"/>
            <a:ext cx="2211388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C76ACB7-B02D-9B46-A094-24DDFB93A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755775"/>
            <a:ext cx="3471862" cy="86645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C07FBF-F83C-A544-88D5-3CDBF372C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3657600"/>
            <a:ext cx="2211388" cy="6775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117AE7-3D05-DD4B-90D8-19CA54B8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E56A8D-8CFB-8445-BA46-FB8E29F06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E632E3-F939-4545-9C0F-A9431C41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694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30BED1-7A5A-5E4C-BBB3-6B380D412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9344D3-47E6-6247-B7DA-0D7EAA8D7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E401ED-3895-634D-8ED3-7B7DDBCEC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B3631B-AC46-0143-A6F3-0F2B3E81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1943F1-AC85-FB48-AFB2-98A8ABA2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412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9EC702-B351-0442-BB9E-CFA0710F8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649288"/>
            <a:ext cx="1477963" cy="10331450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4B3BE3-018A-064F-B5A0-D13A2DD08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649288"/>
            <a:ext cx="4284662" cy="10331450"/>
          </a:xfrm>
        </p:spPr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D3FA1D-B4EA-5840-AC1B-107AAF79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E00BD5-40A5-F74D-BC1E-D5CC50B7D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B46C35-545E-894F-9C16-7A0C2BFC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03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8EBA0-9565-F741-ADF2-59F5B9F1CB78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A319D-DB4A-3E4F-9CB6-C7626F51D6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579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860F3F9-2F0B-9543-9574-A3EA56CE6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288"/>
            <a:ext cx="5915025" cy="2355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167778-3828-214B-9A0A-F846D8A85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4850"/>
            <a:ext cx="5915025" cy="7735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0DBEA1-4A2A-E545-A344-4582B10C1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299825"/>
            <a:ext cx="1543050" cy="649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63B9A-272B-C949-AF6C-0EED70399364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4343B2-A9F0-FB4C-80FF-73EC69FE6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299825"/>
            <a:ext cx="2314575" cy="649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24CFDC-83EE-E145-A7DD-794127470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299825"/>
            <a:ext cx="1543050" cy="649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4627F-AE54-2E4B-AD25-EB8330462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71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423A43-4705-804A-B400-B1804859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71" y="2421524"/>
            <a:ext cx="5213278" cy="1648064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2800"/>
              <a:t>撮影日　　　</a:t>
            </a:r>
            <a:r>
              <a:rPr kumimoji="1" lang="en-US" altLang="ja-JP" sz="2800" dirty="0"/>
              <a:t>2026</a:t>
            </a:r>
            <a:r>
              <a:rPr kumimoji="1" lang="ja-JP" altLang="en-US" sz="2800"/>
              <a:t>年</a:t>
            </a:r>
            <a:r>
              <a:rPr kumimoji="1" lang="en-US" altLang="ja-JP" sz="2800" dirty="0"/>
              <a:t>  5</a:t>
            </a:r>
            <a:r>
              <a:rPr kumimoji="1" lang="ja-JP" altLang="en-US" sz="2800"/>
              <a:t>月</a:t>
            </a:r>
            <a:r>
              <a:rPr kumimoji="1" lang="en-US" altLang="ja-JP" sz="2800" dirty="0"/>
              <a:t>29</a:t>
            </a:r>
            <a:r>
              <a:rPr kumimoji="1" lang="ja-JP" altLang="en-US" sz="2800"/>
              <a:t>日</a:t>
            </a:r>
            <a:br>
              <a:rPr kumimoji="1" lang="en-US" altLang="ja-JP" sz="2800" dirty="0"/>
            </a:br>
            <a:r>
              <a:rPr kumimoji="1" lang="ja-JP" altLang="en-US" sz="2800"/>
              <a:t>作成日　　　</a:t>
            </a:r>
            <a:r>
              <a:rPr lang="en-US" altLang="ja-JP" sz="2800" dirty="0"/>
              <a:t>2026</a:t>
            </a:r>
            <a:r>
              <a:rPr lang="ja-JP" altLang="en-US" sz="2800"/>
              <a:t>年</a:t>
            </a:r>
            <a:r>
              <a:rPr kumimoji="1" lang="en-US" altLang="ja-JP" sz="2800" dirty="0"/>
              <a:t>  </a:t>
            </a:r>
            <a:r>
              <a:rPr lang="en-US" altLang="ja-JP" sz="2800" dirty="0"/>
              <a:t>5</a:t>
            </a:r>
            <a:r>
              <a:rPr kumimoji="1" lang="ja-JP" altLang="en-US" sz="2800"/>
              <a:t>月</a:t>
            </a:r>
            <a:r>
              <a:rPr kumimoji="1" lang="en-US" altLang="ja-JP" sz="2800"/>
              <a:t>29</a:t>
            </a:r>
            <a:r>
              <a:rPr kumimoji="1" lang="ja-JP" altLang="en-US" sz="2800"/>
              <a:t>日</a:t>
            </a:r>
            <a:br>
              <a:rPr kumimoji="1" lang="en-US" altLang="ja-JP" sz="3200" dirty="0"/>
            </a:br>
            <a:endParaRPr kumimoji="1" lang="ja-JP" altLang="en-US" sz="40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CE79594-A5B2-1A47-8277-37F4D5D32D47}"/>
              </a:ext>
            </a:extLst>
          </p:cNvPr>
          <p:cNvSpPr txBox="1"/>
          <p:nvPr/>
        </p:nvSpPr>
        <p:spPr>
          <a:xfrm>
            <a:off x="6741042" y="12971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0B2F11D-4A78-C245-B486-4488CAA6A17E}"/>
              </a:ext>
            </a:extLst>
          </p:cNvPr>
          <p:cNvSpPr txBox="1"/>
          <p:nvPr/>
        </p:nvSpPr>
        <p:spPr>
          <a:xfrm>
            <a:off x="471487" y="416925"/>
            <a:ext cx="5915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ja-JP" altLang="en-US" sz="3600"/>
              <a:t>目視点検報告書</a:t>
            </a:r>
            <a:endParaRPr kumimoji="1" lang="ja-JP" altLang="en-US" sz="36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BB73DC-58AF-8B40-BBF6-7C88D41E6868}"/>
              </a:ext>
            </a:extLst>
          </p:cNvPr>
          <p:cNvSpPr txBox="1"/>
          <p:nvPr/>
        </p:nvSpPr>
        <p:spPr>
          <a:xfrm>
            <a:off x="1433945" y="1666504"/>
            <a:ext cx="3927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/>
              <a:t>サンプル</a:t>
            </a:r>
            <a:endParaRPr kumimoji="1" lang="en-US" altLang="ja-JP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68016D-C7DA-B744-90A3-289BA81DF114}"/>
              </a:ext>
            </a:extLst>
          </p:cNvPr>
          <p:cNvSpPr txBox="1"/>
          <p:nvPr/>
        </p:nvSpPr>
        <p:spPr>
          <a:xfrm>
            <a:off x="-701749" y="28069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7BC7AAD1-0322-C647-9807-A0EB94C18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4301388"/>
            <a:ext cx="5915025" cy="6679880"/>
          </a:xfr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46963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E3C8D1-8461-9148-BC18-4E123B2FA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420046"/>
              </p:ext>
            </p:extLst>
          </p:nvPr>
        </p:nvGraphicFramePr>
        <p:xfrm>
          <a:off x="327986" y="7911270"/>
          <a:ext cx="6188149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8149">
                  <a:extLst>
                    <a:ext uri="{9D8B030D-6E8A-4147-A177-3AD203B41FA5}">
                      <a16:colId xmlns:a16="http://schemas.microsoft.com/office/drawing/2014/main" val="1404175199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報告事項</a:t>
                      </a:r>
                      <a:endParaRPr kumimoji="1" lang="en-US" altLang="ja-JP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820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●駐車・駐輪状況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7326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en-US" altLang="ja-JP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0130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・違法駐車はありませんでした。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6196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63200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22602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4706973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1284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56528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965538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6268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2655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78524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0970EC-9654-D84D-92AB-195B753A1641}"/>
              </a:ext>
            </a:extLst>
          </p:cNvPr>
          <p:cNvSpPr txBox="1"/>
          <p:nvPr/>
        </p:nvSpPr>
        <p:spPr>
          <a:xfrm>
            <a:off x="2790258" y="13178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駐車場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29BE25-8E7B-6C44-BECB-8D8CDE9FBAB7}"/>
              </a:ext>
            </a:extLst>
          </p:cNvPr>
          <p:cNvSpPr txBox="1"/>
          <p:nvPr/>
        </p:nvSpPr>
        <p:spPr>
          <a:xfrm>
            <a:off x="1351170" y="2829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駐車場①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724D7DB-CFCD-0E47-94E1-801706DA4EA3}"/>
              </a:ext>
            </a:extLst>
          </p:cNvPr>
          <p:cNvSpPr txBox="1"/>
          <p:nvPr/>
        </p:nvSpPr>
        <p:spPr>
          <a:xfrm>
            <a:off x="4229343" y="2829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駐車場②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4DFE9ED-81D3-844C-B56C-32F91868D36B}"/>
              </a:ext>
            </a:extLst>
          </p:cNvPr>
          <p:cNvSpPr txBox="1"/>
          <p:nvPr/>
        </p:nvSpPr>
        <p:spPr>
          <a:xfrm>
            <a:off x="1351170" y="280202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</a:t>
            </a:r>
            <a:r>
              <a:rPr kumimoji="1" lang="en-US" altLang="ja-JP" dirty="0"/>
              <a:t>③</a:t>
            </a:r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A6E386E-557A-454E-B149-5EEDDD7BFD02}"/>
              </a:ext>
            </a:extLst>
          </p:cNvPr>
          <p:cNvSpPr txBox="1"/>
          <p:nvPr/>
        </p:nvSpPr>
        <p:spPr>
          <a:xfrm>
            <a:off x="4229343" y="27838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駐車場④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F0F0C3-8302-5949-BE5C-324BC45AA2A6}"/>
              </a:ext>
            </a:extLst>
          </p:cNvPr>
          <p:cNvSpPr txBox="1"/>
          <p:nvPr/>
        </p:nvSpPr>
        <p:spPr>
          <a:xfrm>
            <a:off x="3883094" y="527888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違法駐車車両⑥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66756BB-AFB6-F741-B983-F00CB68C0A78}"/>
              </a:ext>
            </a:extLst>
          </p:cNvPr>
          <p:cNvSpPr txBox="1"/>
          <p:nvPr/>
        </p:nvSpPr>
        <p:spPr>
          <a:xfrm>
            <a:off x="1004921" y="527888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違法駐車車両</a:t>
            </a:r>
            <a:r>
              <a:rPr lang="en-US" altLang="ja-JP" dirty="0"/>
              <a:t>⑤</a:t>
            </a:r>
            <a:endParaRPr kumimoji="1" lang="ja-JP" altLang="en-US"/>
          </a:p>
        </p:txBody>
      </p:sp>
      <p:sp>
        <p:nvSpPr>
          <p:cNvPr id="2" name="図プレースホルダー 9">
            <a:extLst>
              <a:ext uri="{FF2B5EF4-FFF2-40B4-BE49-F238E27FC236}">
                <a16:creationId xmlns:a16="http://schemas.microsoft.com/office/drawing/2014/main" id="{56AB9FA6-4CB7-B6E6-74C0-F9D1899C7D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6819" y="741419"/>
            <a:ext cx="2722563" cy="2081686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BDA257-6415-C1C1-C2A5-6F70662040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29000" y="722841"/>
            <a:ext cx="2722563" cy="2100264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6" name="図プレースホルダー 12">
            <a:extLst>
              <a:ext uri="{FF2B5EF4-FFF2-40B4-BE49-F238E27FC236}">
                <a16:creationId xmlns:a16="http://schemas.microsoft.com/office/drawing/2014/main" id="{F1D696EF-EC72-62D1-CEED-CFBEC3CD2F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6819" y="3114675"/>
            <a:ext cx="2722563" cy="2163764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8" name="図プレースホルダー 20">
            <a:extLst>
              <a:ext uri="{FF2B5EF4-FFF2-40B4-BE49-F238E27FC236}">
                <a16:creationId xmlns:a16="http://schemas.microsoft.com/office/drawing/2014/main" id="{4D95FD96-2431-4EB5-18C8-4061D46637A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2061" y="3113911"/>
            <a:ext cx="2722563" cy="216452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2" name="図プレースホルダー 25">
            <a:extLst>
              <a:ext uri="{FF2B5EF4-FFF2-40B4-BE49-F238E27FC236}">
                <a16:creationId xmlns:a16="http://schemas.microsoft.com/office/drawing/2014/main" id="{34CE1B57-F540-43E5-9EB5-8AC9BF5FA42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22061" y="5609434"/>
            <a:ext cx="2722563" cy="221268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3" name="図プレースホルダー 26">
            <a:extLst>
              <a:ext uri="{FF2B5EF4-FFF2-40B4-BE49-F238E27FC236}">
                <a16:creationId xmlns:a16="http://schemas.microsoft.com/office/drawing/2014/main" id="{0E4FA9EC-29F0-4922-2B59-F6348B4A742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3889" y="5609434"/>
            <a:ext cx="2722563" cy="2212680"/>
          </a:xfr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4824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図プレースホルダー 25">
            <a:extLst>
              <a:ext uri="{FF2B5EF4-FFF2-40B4-BE49-F238E27FC236}">
                <a16:creationId xmlns:a16="http://schemas.microsoft.com/office/drawing/2014/main" id="{EE99B913-0D5C-4544-8BDB-E358FA1988A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22061" y="5609434"/>
            <a:ext cx="2722563" cy="221268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27" name="図プレースホルダー 26">
            <a:extLst>
              <a:ext uri="{FF2B5EF4-FFF2-40B4-BE49-F238E27FC236}">
                <a16:creationId xmlns:a16="http://schemas.microsoft.com/office/drawing/2014/main" id="{1EE813F0-55BE-0C4C-8409-4E02D01BF65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3889" y="5609434"/>
            <a:ext cx="2722563" cy="2212680"/>
          </a:xfrm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E3C8D1-8461-9148-BC18-4E123B2FA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380915"/>
              </p:ext>
            </p:extLst>
          </p:nvPr>
        </p:nvGraphicFramePr>
        <p:xfrm>
          <a:off x="327986" y="7911270"/>
          <a:ext cx="6188149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8149">
                  <a:extLst>
                    <a:ext uri="{9D8B030D-6E8A-4147-A177-3AD203B41FA5}">
                      <a16:colId xmlns:a16="http://schemas.microsoft.com/office/drawing/2014/main" val="1404175199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報告事項</a:t>
                      </a:r>
                      <a:endParaRPr kumimoji="1" lang="en-US" altLang="ja-JP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820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●駐車・駐輪状況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7326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en-US" altLang="ja-JP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0130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・違法駐車はありませんでした。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6196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63200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22602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4706973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1284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56528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965538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6268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2655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78524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0970EC-9654-D84D-92AB-195B753A1641}"/>
              </a:ext>
            </a:extLst>
          </p:cNvPr>
          <p:cNvSpPr txBox="1"/>
          <p:nvPr/>
        </p:nvSpPr>
        <p:spPr>
          <a:xfrm>
            <a:off x="2790258" y="13178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駐輪場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29BE25-8E7B-6C44-BECB-8D8CDE9FBAB7}"/>
              </a:ext>
            </a:extLst>
          </p:cNvPr>
          <p:cNvSpPr txBox="1"/>
          <p:nvPr/>
        </p:nvSpPr>
        <p:spPr>
          <a:xfrm>
            <a:off x="1351170" y="2829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駐車場①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724D7DB-CFCD-0E47-94E1-801706DA4EA3}"/>
              </a:ext>
            </a:extLst>
          </p:cNvPr>
          <p:cNvSpPr txBox="1"/>
          <p:nvPr/>
        </p:nvSpPr>
        <p:spPr>
          <a:xfrm>
            <a:off x="4229343" y="2829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駐車場②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4DFE9ED-81D3-844C-B56C-32F91868D36B}"/>
              </a:ext>
            </a:extLst>
          </p:cNvPr>
          <p:cNvSpPr txBox="1"/>
          <p:nvPr/>
        </p:nvSpPr>
        <p:spPr>
          <a:xfrm>
            <a:off x="1351170" y="280202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</a:t>
            </a:r>
            <a:r>
              <a:rPr kumimoji="1" lang="en-US" altLang="ja-JP" dirty="0"/>
              <a:t>③</a:t>
            </a:r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A6E386E-557A-454E-B149-5EEDDD7BFD02}"/>
              </a:ext>
            </a:extLst>
          </p:cNvPr>
          <p:cNvSpPr txBox="1"/>
          <p:nvPr/>
        </p:nvSpPr>
        <p:spPr>
          <a:xfrm>
            <a:off x="4229343" y="27838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駐車場④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F0F0C3-8302-5949-BE5C-324BC45AA2A6}"/>
              </a:ext>
            </a:extLst>
          </p:cNvPr>
          <p:cNvSpPr txBox="1"/>
          <p:nvPr/>
        </p:nvSpPr>
        <p:spPr>
          <a:xfrm>
            <a:off x="3883094" y="527888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違法駐車車両</a:t>
            </a:r>
            <a:r>
              <a:rPr kumimoji="1" lang="en-US" altLang="ja-JP" dirty="0"/>
              <a:t>⑥</a:t>
            </a:r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66756BB-AFB6-F741-B983-F00CB68C0A78}"/>
              </a:ext>
            </a:extLst>
          </p:cNvPr>
          <p:cNvSpPr txBox="1"/>
          <p:nvPr/>
        </p:nvSpPr>
        <p:spPr>
          <a:xfrm>
            <a:off x="1004921" y="527888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違法駐車車両</a:t>
            </a:r>
            <a:r>
              <a:rPr lang="en-US" altLang="ja-JP" dirty="0"/>
              <a:t>⑤</a:t>
            </a:r>
            <a:endParaRPr kumimoji="1" lang="ja-JP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DA1D83-34A5-214E-887A-C102241981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29000" y="722841"/>
            <a:ext cx="2722563" cy="2100264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0" name="図プレースホルダー 9">
            <a:extLst>
              <a:ext uri="{FF2B5EF4-FFF2-40B4-BE49-F238E27FC236}">
                <a16:creationId xmlns:a16="http://schemas.microsoft.com/office/drawing/2014/main" id="{B422F674-D72C-F14D-84C4-A390A3A21B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6819" y="741419"/>
            <a:ext cx="2722563" cy="2081686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3" name="図プレースホルダー 12">
            <a:extLst>
              <a:ext uri="{FF2B5EF4-FFF2-40B4-BE49-F238E27FC236}">
                <a16:creationId xmlns:a16="http://schemas.microsoft.com/office/drawing/2014/main" id="{72CDE936-F472-464B-9D00-D7336A1D93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6819" y="3114675"/>
            <a:ext cx="2722563" cy="2163764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21" name="図プレースホルダー 20">
            <a:extLst>
              <a:ext uri="{FF2B5EF4-FFF2-40B4-BE49-F238E27FC236}">
                <a16:creationId xmlns:a16="http://schemas.microsoft.com/office/drawing/2014/main" id="{CFD10F3A-FB41-514A-B72E-29C75D0833D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2061" y="3113911"/>
            <a:ext cx="2722563" cy="2164527"/>
          </a:xfr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0283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E3C8D1-8461-9148-BC18-4E123B2FA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284806"/>
              </p:ext>
            </p:extLst>
          </p:nvPr>
        </p:nvGraphicFramePr>
        <p:xfrm>
          <a:off x="327986" y="7911270"/>
          <a:ext cx="6188149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8149">
                  <a:extLst>
                    <a:ext uri="{9D8B030D-6E8A-4147-A177-3AD203B41FA5}">
                      <a16:colId xmlns:a16="http://schemas.microsoft.com/office/drawing/2014/main" val="1404175199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報告事項</a:t>
                      </a:r>
                      <a:endParaRPr kumimoji="1" lang="en-US" altLang="ja-JP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820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7326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en-US" altLang="ja-JP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0130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・エントランス等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6196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63200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22602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4706973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1284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56528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965538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6268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2655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78524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0970EC-9654-D84D-92AB-195B753A1641}"/>
              </a:ext>
            </a:extLst>
          </p:cNvPr>
          <p:cNvSpPr txBox="1"/>
          <p:nvPr/>
        </p:nvSpPr>
        <p:spPr>
          <a:xfrm>
            <a:off x="2097522" y="21143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エントランス等</a:t>
            </a:r>
            <a:endParaRPr kumimoji="1" lang="en-US" altLang="ja-JP" dirty="0"/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C76D3B9E-4D64-6C4C-AD0E-23CA8A2338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29000" y="716962"/>
            <a:ext cx="2722563" cy="2109788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9" name="図プレースホルダー 8">
            <a:extLst>
              <a:ext uri="{FF2B5EF4-FFF2-40B4-BE49-F238E27FC236}">
                <a16:creationId xmlns:a16="http://schemas.microsoft.com/office/drawing/2014/main" id="{694701AB-D30B-9143-B77E-CD446F17AD1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4509" y="721725"/>
            <a:ext cx="2722563" cy="2105025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11428817-FFF7-2E47-9862-D7453E4D2B1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4511" y="3119437"/>
            <a:ext cx="2722563" cy="2159001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5" name="図プレースホルダー 14">
            <a:extLst>
              <a:ext uri="{FF2B5EF4-FFF2-40B4-BE49-F238E27FC236}">
                <a16:creationId xmlns:a16="http://schemas.microsoft.com/office/drawing/2014/main" id="{D6C44963-1251-5A4F-AAC1-58F74062FA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2650" y="3119436"/>
            <a:ext cx="2722563" cy="2159001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8" name="図プレースホルダー 17">
            <a:extLst>
              <a:ext uri="{FF2B5EF4-FFF2-40B4-BE49-F238E27FC236}">
                <a16:creationId xmlns:a16="http://schemas.microsoft.com/office/drawing/2014/main" id="{A965C36D-DAC8-A843-80BD-CD8C5397B1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29000" y="5571123"/>
            <a:ext cx="2722563" cy="225107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21" name="図プレースホルダー 20">
            <a:extLst>
              <a:ext uri="{FF2B5EF4-FFF2-40B4-BE49-F238E27FC236}">
                <a16:creationId xmlns:a16="http://schemas.microsoft.com/office/drawing/2014/main" id="{EF40DB50-2484-1048-AD82-43C974F6423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44508" y="5571503"/>
            <a:ext cx="2722563" cy="2250697"/>
          </a:xfr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9730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E3C8D1-8461-9148-BC18-4E123B2FA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024622"/>
              </p:ext>
            </p:extLst>
          </p:nvPr>
        </p:nvGraphicFramePr>
        <p:xfrm>
          <a:off x="327986" y="7911270"/>
          <a:ext cx="6188149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8149">
                  <a:extLst>
                    <a:ext uri="{9D8B030D-6E8A-4147-A177-3AD203B41FA5}">
                      <a16:colId xmlns:a16="http://schemas.microsoft.com/office/drawing/2014/main" val="1404175199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報告事項</a:t>
                      </a:r>
                      <a:endParaRPr kumimoji="1" lang="en-US" altLang="ja-JP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820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7326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en-US" altLang="ja-JP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0130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・各フロア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6196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63200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22602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4706973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1284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56528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965538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6268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2655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78524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0970EC-9654-D84D-92AB-195B753A1641}"/>
              </a:ext>
            </a:extLst>
          </p:cNvPr>
          <p:cNvSpPr txBox="1"/>
          <p:nvPr/>
        </p:nvSpPr>
        <p:spPr>
          <a:xfrm>
            <a:off x="3021950" y="1824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各フロア</a:t>
            </a:r>
            <a:endParaRPr kumimoji="1" lang="en-US" altLang="ja-JP" dirty="0"/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C76D3B9E-4D64-6C4C-AD0E-23CA8A2338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29000" y="722313"/>
            <a:ext cx="2722563" cy="2109788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9" name="図プレースホルダー 8">
            <a:extLst>
              <a:ext uri="{FF2B5EF4-FFF2-40B4-BE49-F238E27FC236}">
                <a16:creationId xmlns:a16="http://schemas.microsoft.com/office/drawing/2014/main" id="{694701AB-D30B-9143-B77E-CD446F17AD1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4509" y="722313"/>
            <a:ext cx="2722563" cy="2105025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11428817-FFF7-2E47-9862-D7453E4D2B1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4511" y="3119437"/>
            <a:ext cx="2722563" cy="2159001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5" name="図プレースホルダー 14">
            <a:extLst>
              <a:ext uri="{FF2B5EF4-FFF2-40B4-BE49-F238E27FC236}">
                <a16:creationId xmlns:a16="http://schemas.microsoft.com/office/drawing/2014/main" id="{D6C44963-1251-5A4F-AAC1-58F74062FA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2650" y="3119436"/>
            <a:ext cx="2722563" cy="2159001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8" name="図プレースホルダー 17">
            <a:extLst>
              <a:ext uri="{FF2B5EF4-FFF2-40B4-BE49-F238E27FC236}">
                <a16:creationId xmlns:a16="http://schemas.microsoft.com/office/drawing/2014/main" id="{A965C36D-DAC8-A843-80BD-CD8C5397B1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22060" y="5565772"/>
            <a:ext cx="2722563" cy="225107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21" name="図プレースホルダー 20">
            <a:extLst>
              <a:ext uri="{FF2B5EF4-FFF2-40B4-BE49-F238E27FC236}">
                <a16:creationId xmlns:a16="http://schemas.microsoft.com/office/drawing/2014/main" id="{EF40DB50-2484-1048-AD82-43C974F6423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44509" y="5570537"/>
            <a:ext cx="2722563" cy="225069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EA8618-4EB1-BF4F-A951-A3F1CAE14E46}"/>
              </a:ext>
            </a:extLst>
          </p:cNvPr>
          <p:cNvSpPr txBox="1"/>
          <p:nvPr/>
        </p:nvSpPr>
        <p:spPr>
          <a:xfrm>
            <a:off x="6677247" y="2764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10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E3C8D1-8461-9148-BC18-4E123B2FA6EA}"/>
              </a:ext>
            </a:extLst>
          </p:cNvPr>
          <p:cNvGraphicFramePr>
            <a:graphicFrameLocks noGrp="1"/>
          </p:cNvGraphicFramePr>
          <p:nvPr/>
        </p:nvGraphicFramePr>
        <p:xfrm>
          <a:off x="327986" y="7911270"/>
          <a:ext cx="6188149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8149">
                  <a:extLst>
                    <a:ext uri="{9D8B030D-6E8A-4147-A177-3AD203B41FA5}">
                      <a16:colId xmlns:a16="http://schemas.microsoft.com/office/drawing/2014/main" val="1404175199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報告事項</a:t>
                      </a:r>
                      <a:endParaRPr kumimoji="1" lang="en-US" altLang="ja-JP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820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7326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en-US" altLang="ja-JP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0130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・各階段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6196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63200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22602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4706973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1284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56528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965538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6268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2655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78524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0970EC-9654-D84D-92AB-195B753A1641}"/>
              </a:ext>
            </a:extLst>
          </p:cNvPr>
          <p:cNvSpPr txBox="1"/>
          <p:nvPr/>
        </p:nvSpPr>
        <p:spPr>
          <a:xfrm>
            <a:off x="3021950" y="18243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階段</a:t>
            </a:r>
            <a:endParaRPr kumimoji="1" lang="en-US" altLang="ja-JP" dirty="0"/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C76D3B9E-4D64-6C4C-AD0E-23CA8A2338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29000" y="717548"/>
            <a:ext cx="2722563" cy="2109788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9" name="図プレースホルダー 8">
            <a:extLst>
              <a:ext uri="{FF2B5EF4-FFF2-40B4-BE49-F238E27FC236}">
                <a16:creationId xmlns:a16="http://schemas.microsoft.com/office/drawing/2014/main" id="{694701AB-D30B-9143-B77E-CD446F17AD1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4510" y="722313"/>
            <a:ext cx="2722563" cy="2105025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11428817-FFF7-2E47-9862-D7453E4D2B1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4511" y="3119437"/>
            <a:ext cx="2722563" cy="2159001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5" name="図プレースホルダー 14">
            <a:extLst>
              <a:ext uri="{FF2B5EF4-FFF2-40B4-BE49-F238E27FC236}">
                <a16:creationId xmlns:a16="http://schemas.microsoft.com/office/drawing/2014/main" id="{D6C44963-1251-5A4F-AAC1-58F74062FA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2650" y="3119436"/>
            <a:ext cx="2722563" cy="2159001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8" name="図プレースホルダー 17">
            <a:extLst>
              <a:ext uri="{FF2B5EF4-FFF2-40B4-BE49-F238E27FC236}">
                <a16:creationId xmlns:a16="http://schemas.microsoft.com/office/drawing/2014/main" id="{A965C36D-DAC8-A843-80BD-CD8C5397B1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29000" y="5570157"/>
            <a:ext cx="2722563" cy="225107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21" name="図プレースホルダー 20">
            <a:extLst>
              <a:ext uri="{FF2B5EF4-FFF2-40B4-BE49-F238E27FC236}">
                <a16:creationId xmlns:a16="http://schemas.microsoft.com/office/drawing/2014/main" id="{EF40DB50-2484-1048-AD82-43C974F6423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50053" y="5570537"/>
            <a:ext cx="2722563" cy="2250697"/>
          </a:xfr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597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図プレースホルダー 25">
            <a:extLst>
              <a:ext uri="{FF2B5EF4-FFF2-40B4-BE49-F238E27FC236}">
                <a16:creationId xmlns:a16="http://schemas.microsoft.com/office/drawing/2014/main" id="{EE99B913-0D5C-4544-8BDB-E358FA1988A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60386" y="5608111"/>
            <a:ext cx="2722563" cy="2212680"/>
          </a:xfrm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E3C8D1-8461-9148-BC18-4E123B2FA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111824"/>
              </p:ext>
            </p:extLst>
          </p:nvPr>
        </p:nvGraphicFramePr>
        <p:xfrm>
          <a:off x="327986" y="7911270"/>
          <a:ext cx="6188149" cy="3863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8149">
                  <a:extLst>
                    <a:ext uri="{9D8B030D-6E8A-4147-A177-3AD203B41FA5}">
                      <a16:colId xmlns:a16="http://schemas.microsoft.com/office/drawing/2014/main" val="1404175199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報告事項</a:t>
                      </a:r>
                      <a:endParaRPr kumimoji="1" lang="en-US" altLang="ja-JP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820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7326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・ポスト</a:t>
                      </a:r>
                      <a:endParaRPr kumimoji="1" lang="en-US" altLang="ja-JP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20130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6196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632001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22602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・ゴミ庫</a:t>
                      </a:r>
                      <a:endParaRPr kumimoji="1" lang="en-US" altLang="ja-JP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4706973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12849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556528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●設備等状況　　■良好　　　　□要改善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65538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・掲示板</a:t>
                      </a:r>
                      <a:endParaRPr kumimoji="1" lang="en-US" altLang="ja-JP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626817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　■問題ありません。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26558"/>
                  </a:ext>
                </a:extLst>
              </a:tr>
              <a:tr h="281485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78524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0970EC-9654-D84D-92AB-195B753A1641}"/>
              </a:ext>
            </a:extLst>
          </p:cNvPr>
          <p:cNvSpPr txBox="1"/>
          <p:nvPr/>
        </p:nvSpPr>
        <p:spPr>
          <a:xfrm>
            <a:off x="1636956" y="99546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掲示板・掲示物・ゴミ庫</a:t>
            </a:r>
            <a:endParaRPr kumimoji="1" lang="en-US" altLang="ja-JP" dirty="0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E0ACB68-7D45-C443-968D-133F09C3EB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29000" y="559592"/>
            <a:ext cx="2722563" cy="2212976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7" name="図プレースホルダー 6">
            <a:extLst>
              <a:ext uri="{FF2B5EF4-FFF2-40B4-BE49-F238E27FC236}">
                <a16:creationId xmlns:a16="http://schemas.microsoft.com/office/drawing/2014/main" id="{C9BF82F9-2ED1-F745-9900-E9417764D6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0387" y="577343"/>
            <a:ext cx="2722563" cy="2195225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0" name="図プレースホルダー 9">
            <a:extLst>
              <a:ext uri="{FF2B5EF4-FFF2-40B4-BE49-F238E27FC236}">
                <a16:creationId xmlns:a16="http://schemas.microsoft.com/office/drawing/2014/main" id="{0AA2EF1A-8B62-8B4F-8EE5-37DE730E7E9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0388" y="3103563"/>
            <a:ext cx="2722563" cy="2174876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4" name="図プレースホルダー 13">
            <a:extLst>
              <a:ext uri="{FF2B5EF4-FFF2-40B4-BE49-F238E27FC236}">
                <a16:creationId xmlns:a16="http://schemas.microsoft.com/office/drawing/2014/main" id="{58356A02-9957-FC48-B791-6FBCF59A78B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2061" y="3103563"/>
            <a:ext cx="2722563" cy="2174876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6" name="図プレースホルダー 15">
            <a:extLst>
              <a:ext uri="{FF2B5EF4-FFF2-40B4-BE49-F238E27FC236}">
                <a16:creationId xmlns:a16="http://schemas.microsoft.com/office/drawing/2014/main" id="{F73522CD-A720-2146-983C-34E460CF88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29000" y="5608111"/>
            <a:ext cx="2722563" cy="2212680"/>
          </a:xfr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1989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</TotalTime>
  <Words>200</Words>
  <Application>Microsoft Macintosh PowerPoint</Application>
  <PresentationFormat>ワイド画面</PresentationFormat>
  <Paragraphs>49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デザインの設定</vt:lpstr>
      <vt:lpstr>撮影日　　　2026年  5月29日 作成日　　　2026年  5月29日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User</dc:creator>
  <cp:lastModifiedBy>匠 大山</cp:lastModifiedBy>
  <cp:revision>47</cp:revision>
  <cp:lastPrinted>2018-12-15T08:48:10Z</cp:lastPrinted>
  <dcterms:created xsi:type="dcterms:W3CDTF">2018-12-15T08:00:53Z</dcterms:created>
  <dcterms:modified xsi:type="dcterms:W3CDTF">2026-05-30T12:40:48Z</dcterms:modified>
</cp:coreProperties>
</file>